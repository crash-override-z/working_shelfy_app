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-1371600"/>
            <a:ext cx="3657600" cy="36576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E97C3C"/>
          </a:solidFill>
          <a:ln w="12700">
            <a:solidFill>
              <a:srgbClr val="E97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</a:t>
            </a:r>
            <a:pPr indent="0" marL="0">
              <a:buNone/>
            </a:pPr>
            <a:r>
              <a:rPr lang="en-US" sz="8400" b="1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Selfy,</a:t>
            </a:r>
            <a:pPr indent="0" marL="0">
              <a:buNone/>
            </a:pPr>
            <a:endParaRPr lang="en-US" sz="8400" dirty="0"/>
          </a:p>
          <a:p>
            <a:pPr indent="0" marL="0">
              <a:buNone/>
            </a:pPr>
            <a:r>
              <a:rPr lang="en-US" sz="8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</a:t>
            </a:r>
            <a:endParaRPr lang="en-US" sz="8400" dirty="0"/>
          </a:p>
          <a:p>
            <a:pPr indent="0" marL="0">
              <a:buNone/>
            </a:pPr>
            <a:r>
              <a:rPr lang="en-US" sz="8400" b="1" dirty="0">
                <a:solidFill>
                  <a:srgbClr val="E97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shelfie.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crowdsourced grocery shelf stock for Victoria locals.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 ·  UPTOWN &amp; SHELBOURNE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drove across town.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sushi case is empty.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food sells out fast. Stock changes hourly. Nobody updates a website. Locals waste trips, retailers lose customers, and trays get tossed at close.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  ·  Investor &amp; retailer brief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crowd-sourced shelfie for every craving.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app, tap a craving, see live stock at nearby stores.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520440"/>
            <a:ext cx="640080" cy="640080"/>
          </a:xfrm>
          <a:prstGeom prst="ellipse">
            <a:avLst/>
          </a:prstGeom>
          <a:solidFill>
            <a:srgbClr val="E97C3C"/>
          </a:solidFill>
          <a:ln w="12700">
            <a:solidFill>
              <a:srgbClr val="E97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2-second photo on your way out. Help the next hungry person.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520440"/>
            <a:ext cx="640080" cy="640080"/>
          </a:xfrm>
          <a:prstGeom prst="ellipse">
            <a:avLst/>
          </a:prstGeom>
          <a:solidFill>
            <a:srgbClr val="1D2547"/>
          </a:solidFill>
          <a:ln w="12700">
            <a:solidFill>
              <a:srgbClr val="1D2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points for accurate updates. Redeem for coffees &amp; perks.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Victoria, why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91K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on Uptown &amp; Shelbourne corridors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20116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7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38K+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343400" y="3840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 &amp; Camosun students with food-on-demand habits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20116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8138160" y="3840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fresh-food counters within a 6 km radius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has the density to crowdsource accurate stock — and the food-obsessed locals to power 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RETAILERS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hyper-local marketing.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extra work.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disappointing customers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Shoppers check Selfy first, then come straight to you.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4023360"/>
            <a:ext cx="320040" cy="32004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off-peak traffic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43434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Restocked? Push a notification to nearby hungry users.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20040" cy="32004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257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Pre-paid reservations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623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revenue, less waste, calmer kitchens.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5303520"/>
            <a:ext cx="320040" cy="32004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5257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staff 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5623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POS, no installs. Customers do updates for points.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Selfy makes money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streams. One simple app.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2044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FEE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pre-paid tray reserved through Selfy.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0"/>
            <a:ext cx="352044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7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PRO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17720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 pings, analytics, featured placement.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2044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1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SHELVES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CPG brands promote fresh launches.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Uptown to all of Vancouver Island.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2FB5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761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Uptown &amp; Shelbourne. 5 launch-partner retailers.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E97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584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Reservations live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Pre-pay &amp; pickup. Onboard Fujiya, Whole Foods, Red Barn.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D25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89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407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expansion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St Village, Oak Bay. Sponsored shelves go live.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D25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12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Vancouver Island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5577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Nanaimo, Duncan, Sidney. 50+ retail partners.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828800"/>
            <a:ext cx="4572000" cy="45720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97C3C"/>
          </a:solidFill>
          <a:ln w="12700">
            <a:solidFill>
              <a:srgbClr val="E97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Victoria's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shelves in everyone's pocket.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 — free until summer 2026.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57784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2FB573"/>
          </a:solidFill>
          <a:ln w="12700">
            <a:solidFill>
              <a:srgbClr val="2FB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577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selfy.app  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80560" y="5577840"/>
            <a:ext cx="4206240" cy="731520"/>
          </a:xfrm>
          <a:prstGeom prst="roundRect">
            <a:avLst>
              <a:gd name="adj" fmla="val 50000"/>
            </a:avLst>
          </a:prstGeom>
          <a:solidFill>
            <a:srgbClr val="E97C3C"/>
          </a:solidFill>
          <a:ln w="12700">
            <a:solidFill>
              <a:srgbClr val="E97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55778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hello@selfy.app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2026-05-20T23:10:40Z</dcterms:created>
  <dcterms:modified xsi:type="dcterms:W3CDTF">2026-05-20T23:10:40Z</dcterms:modified>
</cp:coreProperties>
</file>